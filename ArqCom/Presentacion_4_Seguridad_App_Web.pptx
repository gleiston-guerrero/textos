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Seguridad en Aplicaciones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Principales riesgos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Inyección SQL</a:t>
            </a:r>
          </a:p>
          <a:p>
            <a:pPr>
              <a:spcAft>
                <a:spcPts val="1200"/>
              </a:spcAft>
              <a:defRPr sz="2400"/>
            </a:pPr>
            <a:r>
              <a:t>• Cross-Site Scripting (XSS)</a:t>
            </a:r>
          </a:p>
          <a:p>
            <a:pPr>
              <a:spcAft>
                <a:spcPts val="1200"/>
              </a:spcAft>
              <a:defRPr sz="2400"/>
            </a:pPr>
            <a:r>
              <a:t>• Cross-Site Request Forgery (CSRF)</a:t>
            </a:r>
          </a:p>
          <a:p>
            <a:pPr>
              <a:spcAft>
                <a:spcPts val="1200"/>
              </a:spcAft>
              <a:defRPr sz="2400"/>
            </a:pPr>
            <a:r>
              <a:t>• Fugas de información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Autenticación y autorización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JWT</a:t>
            </a:r>
          </a:p>
          <a:p>
            <a:pPr>
              <a:spcAft>
                <a:spcPts val="1200"/>
              </a:spcAft>
              <a:defRPr sz="2400"/>
            </a:pPr>
            <a:r>
              <a:t>• OAuth2</a:t>
            </a:r>
          </a:p>
          <a:p>
            <a:pPr>
              <a:spcAft>
                <a:spcPts val="1200"/>
              </a:spcAft>
              <a:defRPr sz="2400"/>
            </a:pPr>
            <a:r>
              <a:t>• MFA (autenticación multifactor)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Prácticas recomendadas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Validación de entradas</a:t>
            </a:r>
          </a:p>
          <a:p>
            <a:pPr>
              <a:spcAft>
                <a:spcPts val="1200"/>
              </a:spcAft>
              <a:defRPr sz="2400"/>
            </a:pPr>
            <a:r>
              <a:t>• Uso de HTTPS</a:t>
            </a:r>
          </a:p>
          <a:p>
            <a:pPr>
              <a:spcAft>
                <a:spcPts val="1200"/>
              </a:spcAft>
              <a:defRPr sz="2400"/>
            </a:pPr>
            <a:r>
              <a:t>• Gestión segura de contraseñas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Herramientas de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Firewalls</a:t>
            </a:r>
          </a:p>
          <a:p>
            <a:pPr>
              <a:spcAft>
                <a:spcPts val="1200"/>
              </a:spcAft>
              <a:defRPr sz="2400"/>
            </a:pPr>
            <a:r>
              <a:t>• Monitores de vulnerabilidades</a:t>
            </a:r>
          </a:p>
          <a:p>
            <a:pPr>
              <a:spcAft>
                <a:spcPts val="1200"/>
              </a:spcAft>
              <a:defRPr sz="2400"/>
            </a:pPr>
            <a:r>
              <a:t>• Escáneres automáticos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Fin de la 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